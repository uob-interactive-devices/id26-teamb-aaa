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C3D6F-5661-5A1D-897E-F7304A38F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BB7E-2132-9DCB-2FC5-3BF5F285B1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B1441-0CA5-591B-A9CA-D5E5F09D9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C6DE-E9D1-2A44-8F93-0C666566A7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4B12F-65FF-9C6C-8FD1-74624815E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17070-03CA-C05E-2471-7870072E9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E2B-6B40-E449-BBAC-9CE8260BB9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2813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DB31C-8079-FE81-2BC8-CE0077DF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AF101-CDBB-CAE7-2231-EC606BA85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8DD76-6D3A-400A-654F-04573233E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C6DE-E9D1-2A44-8F93-0C666566A7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B58B0-1AB6-9185-1F24-2C692A4A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387F5-151A-64AA-9102-138A4CE44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E2B-6B40-E449-BBAC-9CE8260BB9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030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75028-A57A-2B96-243F-0CF4F04F7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AD6D7-41AC-E779-2AF3-824D80F74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616C6-7E6D-3BD7-55A5-3E63DDCFC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C6DE-E9D1-2A44-8F93-0C666566A7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062C3-4B45-9FD4-12B1-89C54B0A6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4F225-FA08-5567-E8C3-B7F251D76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E2B-6B40-E449-BBAC-9CE8260BB9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94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6530A-573F-D0CC-D511-EDBBE0489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3E898-99E7-FABC-8050-1FB5AC66B7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DFD4C-E575-FB34-9715-0B638E6BB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C5157-F72C-590A-CE0B-B65D1F933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C6DE-E9D1-2A44-8F93-0C666566A7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EF955-903F-2105-10DC-0A62F45CD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4956B-3275-DD1C-16E7-C246E13A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E2B-6B40-E449-BBAC-9CE8260BB9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120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897F6-4FF6-0D73-257C-41DBFD8E5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18724-610B-747C-C97E-78A223E37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64C99-CD6A-9861-DFD6-539BEF0BE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EF1E91-D938-5F32-9BAF-866BDB5F2D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30A3BB-7AD3-BF6B-19ED-2008E2E0CD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8F7874-A5A0-363C-75D5-D80762F08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C6DE-E9D1-2A44-8F93-0C666566A7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38831-4C12-EA94-FF09-8EF14FEA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95240F-FB6E-658D-998F-35233010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E2B-6B40-E449-BBAC-9CE8260BB9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144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0EE6A-0EB1-A7B5-9819-546AF45D6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601948-AA8A-CFE6-7E8A-4EEF31853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C6DE-E9D1-2A44-8F93-0C666566A7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ED570E-59C4-CC48-F92B-5CE73FC7B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05B40-1CA0-97E0-715A-52571A319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E2B-6B40-E449-BBAC-9CE8260BB9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205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0AAE13-4EEA-A847-5A4D-78A05264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C6DE-E9D1-2A44-8F93-0C666566A7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304CD4-3AA9-F430-8A70-D1A4C0DBF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FAA22-F2C9-D2B6-1641-7EC9E0464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E2B-6B40-E449-BBAC-9CE8260BB9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368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1A290-DCB6-9047-33FD-FE1E91DBD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0A328-C733-4677-AEA9-99CA72F9C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53D79E-461F-7D56-E43D-AE0AB0435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F5692-B6FD-B1FE-954F-D6CFB7D44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C6DE-E9D1-2A44-8F93-0C666566A7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3D54A-7A77-191C-D7AB-91EB1788F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2D425-1E81-65B4-463D-81E0AAF17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E2B-6B40-E449-BBAC-9CE8260BB9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395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6912-980C-9231-06D9-6784D3543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3279C1-004D-ED21-4055-B91534A48B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419A4E-46D1-40FF-74DD-B32915798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E99CC-C1FD-FF5E-DCD1-9CF594F78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C6DE-E9D1-2A44-8F93-0C666566A7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6A1803-C7CA-1D85-E478-1E93563D8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22248-D968-CA4A-FB20-4EBC1244E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E2B-6B40-E449-BBAC-9CE8260BB9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99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2280-1576-9719-A62C-7866186F2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FDDA9-29CE-7E99-3854-379C8C364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73702-57C2-E60E-F2BE-FCF899146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C6DE-E9D1-2A44-8F93-0C666566A7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5594A-BB9D-1AE1-901B-1783604A1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5DAE8-1BFF-D9E4-6355-2F19E3F2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E2B-6B40-E449-BBAC-9CE8260BB9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25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01FD4C-8995-7FBD-AD40-9C9584E1D5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41304D-A532-26B7-9D45-A42E4BCE1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60DEE-3472-672D-8CE1-A6237405E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C6DE-E9D1-2A44-8F93-0C666566A7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00817-3818-3B26-2776-4B94526B8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DF950-EA51-7EFF-65F0-7D200C5F3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E2B-6B40-E449-BBAC-9CE8260BB9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806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F9DE5-B3CB-4AD3-8B27-0A2FA01D2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2C814-09ED-6C0E-E9A5-35F9FC67B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13848-1AF7-871D-82A7-EE9129BA0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4C6DE-E9D1-2A44-8F93-0C666566A7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4296B-9916-C19D-514E-15ABC0EAE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29019-2AF3-066A-74C5-25E1B4EA9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DEE2B-6B40-E449-BBAC-9CE8260BB9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439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ack Of Car Seat Images – Browse 37,266 Stock Photos ...">
            <a:extLst>
              <a:ext uri="{FF2B5EF4-FFF2-40B4-BE49-F238E27FC236}">
                <a16:creationId xmlns:a16="http://schemas.microsoft.com/office/drawing/2014/main" id="{AF09F519-7A93-50D9-1280-6E0088828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33" y="191530"/>
            <a:ext cx="8961738" cy="597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B7833C-6C98-5CB1-2718-867941313B4E}"/>
              </a:ext>
            </a:extLst>
          </p:cNvPr>
          <p:cNvSpPr txBox="1"/>
          <p:nvPr/>
        </p:nvSpPr>
        <p:spPr>
          <a:xfrm>
            <a:off x="9343697" y="725214"/>
            <a:ext cx="259087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/>
              <a:t>No signal</a:t>
            </a:r>
          </a:p>
          <a:p>
            <a:pPr marL="285750" indent="-285750">
              <a:buFontTx/>
              <a:buChar char="-"/>
            </a:pPr>
            <a:r>
              <a:rPr lang="en-GB" dirty="0"/>
              <a:t>lots of movement</a:t>
            </a:r>
          </a:p>
          <a:p>
            <a:pPr marL="285750" indent="-285750">
              <a:buFontTx/>
              <a:buChar char="-"/>
            </a:pPr>
            <a:r>
              <a:rPr lang="en-GB" dirty="0"/>
              <a:t>potential from outside</a:t>
            </a:r>
          </a:p>
          <a:p>
            <a:pPr marL="285750" indent="-285750">
              <a:buFontTx/>
              <a:buChar char="-"/>
            </a:pPr>
            <a:r>
              <a:rPr lang="en-GB" dirty="0"/>
              <a:t>can’t distract driver with noise</a:t>
            </a:r>
          </a:p>
          <a:p>
            <a:pPr marL="285750" indent="-285750">
              <a:buFontTx/>
              <a:buChar char="-"/>
            </a:pPr>
            <a:r>
              <a:rPr lang="en-GB" dirty="0"/>
              <a:t>or light at night</a:t>
            </a:r>
          </a:p>
          <a:p>
            <a:pPr marL="285750" indent="-285750">
              <a:buFontTx/>
              <a:buChar char="-"/>
            </a:pPr>
            <a:r>
              <a:rPr lang="en-GB" dirty="0"/>
              <a:t>motion sickness</a:t>
            </a:r>
          </a:p>
          <a:p>
            <a:pPr marL="285750" indent="-285750">
              <a:buFontTx/>
              <a:buChar char="-"/>
            </a:pPr>
            <a:r>
              <a:rPr lang="en-GB" dirty="0"/>
              <a:t>possibly noisy outside the car</a:t>
            </a:r>
          </a:p>
          <a:p>
            <a:pPr marL="285750" indent="-285750">
              <a:buFontTx/>
              <a:buChar char="-"/>
            </a:pPr>
            <a:r>
              <a:rPr lang="en-GB" dirty="0"/>
              <a:t>possibly radio/music/podcast playing</a:t>
            </a:r>
          </a:p>
        </p:txBody>
      </p:sp>
    </p:spTree>
    <p:extLst>
      <p:ext uri="{BB962C8B-B14F-4D97-AF65-F5344CB8AC3E}">
        <p14:creationId xmlns:p14="http://schemas.microsoft.com/office/powerpoint/2010/main" val="2045541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31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 Tonge</dc:creator>
  <cp:lastModifiedBy>Emma Tonge</cp:lastModifiedBy>
  <cp:revision>1</cp:revision>
  <dcterms:created xsi:type="dcterms:W3CDTF">2026-02-16T10:05:18Z</dcterms:created>
  <dcterms:modified xsi:type="dcterms:W3CDTF">2026-02-16T10:22:55Z</dcterms:modified>
</cp:coreProperties>
</file>